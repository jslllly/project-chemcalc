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6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33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A69F66-8ED3-CB00-BA96-759BB2989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EDD6284-2666-C31D-A7FA-D05F966DB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724E95-7234-3045-0CA6-F8E705014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9E35-F073-48FA-A0A9-9E36BEAEF45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8653E0-331C-BC11-84B9-8EAA9F3E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E4D8F4-83AB-C80A-8B2E-45DE27CC3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ECBA-F4EE-40F3-8F70-FC823AF069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948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35003-79D7-ABFC-FA68-721ED39C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D981D1-B1DE-E322-4752-65B00F434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585718-CC31-CB97-A05F-0493E1C0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9E35-F073-48FA-A0A9-9E36BEAEF45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39A30A-B31D-BA52-5136-D2074CEEA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C8621A-45C7-859B-CB24-62C9596D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ECBA-F4EE-40F3-8F70-FC823AF069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971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C5E96E-E9E9-6CE3-C6EF-1B08AC270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FE03DA-A4C3-724E-AC52-1F0B6964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1EBB87-3EFB-8A89-1D86-A57FD7F6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9E35-F073-48FA-A0A9-9E36BEAEF45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D3B33D-B992-C952-3B49-F9B85433A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B6CA2E-7E71-D63C-B59A-C135912E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ECBA-F4EE-40F3-8F70-FC823AF069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636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8D67E7-DE67-7937-AD8F-B5F7EB177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835EE8-AEEA-0D5D-5BD1-DF703D7130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F7150D-FD5B-B649-B22B-56AEFC12A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503936-33BF-1489-F32F-A5549C576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9E35-F073-48FA-A0A9-9E36BEAEF45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61702C-6209-FD20-8788-C7E6431CF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541ECA-0DC6-D2CA-6B23-9B33CCDFA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ECBA-F4EE-40F3-8F70-FC823AF069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648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52CBE6-8D1B-0849-8070-E28A3DA83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B25CD3-773F-3D31-0D87-FA241D53C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F745B3-B2EA-60E6-70AF-566AEE674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F3C6AD1-EFE3-F545-E04E-0F5C8D7D7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4F1C8A9-BF20-5625-E734-94280DBC74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20CE6F2-287E-5E65-E461-11C8BEFB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9E35-F073-48FA-A0A9-9E36BEAEF45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D50287-7FB6-E6A5-1457-31DDEA2F6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4131119-6893-838D-8D5A-CB8B548BF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ECBA-F4EE-40F3-8F70-FC823AF069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18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BC67B-3C70-34EE-81E2-757C1BCFE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0F59DCF-A1E0-2983-3C18-A9C70AE70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9E35-F073-48FA-A0A9-9E36BEAEF45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10558E-9243-7029-B1EE-F0280EBB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6378570-D55D-6E82-DB63-B0A730E1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ECBA-F4EE-40F3-8F70-FC823AF069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764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40C1B96-B7ED-8F9F-2F4F-117754A58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9E35-F073-48FA-A0A9-9E36BEAEF45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EB1B3E5-CC0C-02CA-6B8D-9E8E5509B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4D51EB-51B8-D3A1-C9B5-D2ADF029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ECBA-F4EE-40F3-8F70-FC823AF069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710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671043-4201-B715-32ED-E3FA70A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D5F427-06BC-ADB9-FC4E-8A088F0A2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E37B30-0206-7234-C1A8-51D5F8E4B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04FEB1-86A7-B71B-7A62-95B7CC642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9E35-F073-48FA-A0A9-9E36BEAEF45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CE0B7E-DA04-BD39-AD00-2081685C7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A242D6-556E-2955-F7C5-7B65C0B1D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ECBA-F4EE-40F3-8F70-FC823AF069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07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9F63B2-ABA9-7A3B-26BF-397402976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5CB2CCB-C5BB-BFF3-F701-3F0D57D78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E927A7-8284-C1E3-FC69-AA9B1BF7D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B2A532-1EB1-E57B-60A8-6D1D14FEC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9E35-F073-48FA-A0A9-9E36BEAEF45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C5E465-6A43-1FEF-CC14-2D0AAA7AA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E8BFA8-5780-0D1A-20FE-5407E6D3C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ECBA-F4EE-40F3-8F70-FC823AF069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6879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F6188C-036D-762A-F935-1B324A712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4FDCDA-9B95-FC44-2F5E-168F04E7B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DFDD5B-32F0-2099-539B-C20CD063A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9E35-F073-48FA-A0A9-9E36BEAEF45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3BB0D5-0588-5449-C389-B9B96563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D8C389-8012-A955-8FCB-74F5FC107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ECBA-F4EE-40F3-8F70-FC823AF069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801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3E8768B-455C-2132-59B9-A1823B6D6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DEB348-9030-25DE-F8DF-A12C68478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7B78F4-4F36-9F37-FA8C-D54F86C41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9E35-F073-48FA-A0A9-9E36BEAEF45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D0C6CF-0AD4-1838-0C2F-825D05F95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68F695-0C3E-219F-AC04-63926C968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ECBA-F4EE-40F3-8F70-FC823AF069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2336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BCA48-AB7E-4C62-D176-7AB01068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F35FE61-6A77-3012-8E3B-74BCC8C8C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258B2E-C687-6EF6-5BAA-F35A73E32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29E35-F073-48FA-A0A9-9E36BEAEF45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600D2A-1534-F711-D206-E51E57057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42A791-70EC-3204-371A-96047F4F1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0DECBA-F4EE-40F3-8F70-FC823AF069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029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A98848-15CC-19B5-3748-F197099CCC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Химический калькулятор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AD33960-88B5-8495-3B42-9F68689E0C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8230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E36DF2-4D7D-08E3-26D3-629CD3E2F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BD08D5-C4C6-F2E3-05DA-E8D8CFEDE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Программа предназначена для упрощения изучения химии: она помогает быстро находить продукты реакции, понимать взаимодействие элементов и проверять правильность 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2958720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6E985F-7828-BEF5-5C9A-EBD1CA981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328394-F332-1C34-E013-EE673A823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1. Постановка задачи</a:t>
            </a:r>
          </a:p>
          <a:p>
            <a:r>
              <a:rPr lang="ru-RU" dirty="0"/>
              <a:t>2. Создание базы данных химических реакций</a:t>
            </a:r>
          </a:p>
          <a:p>
            <a:r>
              <a:rPr lang="ru-RU" dirty="0"/>
              <a:t>3. Реализация кода программы</a:t>
            </a:r>
          </a:p>
          <a:p>
            <a:r>
              <a:rPr lang="ru-RU" dirty="0"/>
              <a:t>4. Создание интерфейса и тестирование</a:t>
            </a:r>
          </a:p>
          <a:p>
            <a:r>
              <a:rPr lang="ru-RU" dirty="0"/>
              <a:t>Для разработки кода использовался фреймворк </a:t>
            </a:r>
            <a:r>
              <a:rPr lang="en-US" dirty="0"/>
              <a:t>QT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3005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37FA7-ADBC-B4A7-EDC9-69E9F5E55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Классы</a:t>
            </a:r>
            <a:r>
              <a:rPr lang="en-US" dirty="0"/>
              <a:t> </a:t>
            </a:r>
            <a:r>
              <a:rPr lang="ru-RU" dirty="0"/>
              <a:t>и таблица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9B09F5-7DC1-4C77-F099-88051C078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Слева описание классов, справа структура базы данных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3241181-0018-43EE-9084-5CC5A9C1A8E4}"/>
              </a:ext>
            </a:extLst>
          </p:cNvPr>
          <p:cNvGrpSpPr/>
          <p:nvPr/>
        </p:nvGrpSpPr>
        <p:grpSpPr>
          <a:xfrm>
            <a:off x="3416531" y="2626821"/>
            <a:ext cx="3491345" cy="3500453"/>
            <a:chOff x="1180407" y="972587"/>
            <a:chExt cx="2086495" cy="279307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7CEFF4A-A8D1-45D0-85EA-BDE972D771BE}"/>
                </a:ext>
              </a:extLst>
            </p:cNvPr>
            <p:cNvSpPr/>
            <p:nvPr/>
          </p:nvSpPr>
          <p:spPr>
            <a:xfrm>
              <a:off x="1180407" y="972587"/>
              <a:ext cx="2086495" cy="29648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err="1"/>
                <a:t>Mainwindow</a:t>
              </a:r>
              <a:endParaRPr lang="ru-RU" dirty="0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D0FF4166-39DF-4FB9-AB01-A528C1105250}"/>
                </a:ext>
              </a:extLst>
            </p:cNvPr>
            <p:cNvSpPr/>
            <p:nvPr/>
          </p:nvSpPr>
          <p:spPr>
            <a:xfrm>
              <a:off x="1180407" y="1269076"/>
              <a:ext cx="2086495" cy="121642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-</a:t>
              </a:r>
              <a:r>
                <a:rPr lang="en-US" dirty="0" err="1"/>
                <a:t>Analyzator</a:t>
              </a:r>
              <a:r>
                <a:rPr lang="en-US" dirty="0"/>
                <a:t>: </a:t>
              </a:r>
              <a:r>
                <a:rPr lang="en-US" dirty="0" err="1"/>
                <a:t>Qstring</a:t>
              </a:r>
              <a:endParaRPr lang="en-US" dirty="0"/>
            </a:p>
            <a:p>
              <a:pPr algn="ctr"/>
              <a:r>
                <a:rPr lang="en-US" dirty="0"/>
                <a:t>-</a:t>
              </a:r>
              <a:r>
                <a:rPr lang="en-US" dirty="0" err="1"/>
                <a:t>ui</a:t>
              </a:r>
              <a:r>
                <a:rPr lang="en-US" dirty="0"/>
                <a:t>: Ui::</a:t>
              </a:r>
              <a:r>
                <a:rPr lang="en-US" dirty="0" err="1"/>
                <a:t>Mainwindow</a:t>
              </a:r>
              <a:r>
                <a:rPr lang="en-US" dirty="0"/>
                <a:t> *</a:t>
              </a:r>
            </a:p>
            <a:p>
              <a:pPr algn="ctr"/>
              <a:r>
                <a:rPr lang="en-US" dirty="0"/>
                <a:t>+</a:t>
              </a:r>
              <a:r>
                <a:rPr lang="en-US" dirty="0" err="1"/>
                <a:t>Mainwindow</a:t>
              </a:r>
              <a:r>
                <a:rPr lang="en-US" dirty="0"/>
                <a:t>(</a:t>
              </a:r>
              <a:r>
                <a:rPr lang="en-US" dirty="0" err="1"/>
                <a:t>Qwidget</a:t>
              </a:r>
              <a:r>
                <a:rPr lang="en-US" dirty="0"/>
                <a:t> *parent = </a:t>
              </a:r>
              <a:r>
                <a:rPr lang="en-US" dirty="0" err="1"/>
                <a:t>nullptr</a:t>
              </a:r>
              <a:r>
                <a:rPr lang="en-US" dirty="0"/>
                <a:t>)</a:t>
              </a:r>
            </a:p>
            <a:p>
              <a:pPr algn="ctr"/>
              <a:r>
                <a:rPr lang="en-US" dirty="0"/>
                <a:t>~</a:t>
              </a:r>
              <a:r>
                <a:rPr lang="en-US" dirty="0" err="1"/>
                <a:t>MainWindow</a:t>
              </a:r>
              <a:r>
                <a:rPr lang="en-US" dirty="0"/>
                <a:t>()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EAD595D4-9B48-4AC4-AA71-14DADCCC1435}"/>
                </a:ext>
              </a:extLst>
            </p:cNvPr>
            <p:cNvSpPr/>
            <p:nvPr/>
          </p:nvSpPr>
          <p:spPr>
            <a:xfrm>
              <a:off x="1180407" y="2485505"/>
              <a:ext cx="2086495" cy="128016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-on_pushButton_3_clicked(): void</a:t>
              </a:r>
            </a:p>
            <a:p>
              <a:pPr algn="ctr"/>
              <a:r>
                <a:rPr lang="en-US" dirty="0"/>
                <a:t>     -on_pushButton_4_clicked(): void</a:t>
              </a:r>
            </a:p>
            <a:p>
              <a:pPr algn="ctr"/>
              <a:r>
                <a:rPr lang="en-US" dirty="0"/>
                <a:t> -</a:t>
              </a:r>
              <a:r>
                <a:rPr lang="en-US" dirty="0" err="1"/>
                <a:t>on_pushButton_clicked</a:t>
              </a:r>
              <a:r>
                <a:rPr lang="en-US" dirty="0"/>
                <a:t>(): void</a:t>
              </a:r>
            </a:p>
            <a:p>
              <a:pPr algn="ctr"/>
              <a:endParaRPr lang="en-US" dirty="0"/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A7240DB-D932-457C-9316-EFE79858DCEF}"/>
              </a:ext>
            </a:extLst>
          </p:cNvPr>
          <p:cNvGrpSpPr/>
          <p:nvPr/>
        </p:nvGrpSpPr>
        <p:grpSpPr>
          <a:xfrm>
            <a:off x="941832" y="2626822"/>
            <a:ext cx="2474699" cy="3500452"/>
            <a:chOff x="1180407" y="972588"/>
            <a:chExt cx="2086495" cy="2793077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31D6559-2AD0-4E22-BE50-1B67023CDE5E}"/>
                </a:ext>
              </a:extLst>
            </p:cNvPr>
            <p:cNvSpPr/>
            <p:nvPr/>
          </p:nvSpPr>
          <p:spPr>
            <a:xfrm>
              <a:off x="1180407" y="972588"/>
              <a:ext cx="2086495" cy="29648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err="1"/>
                <a:t>Analyzator</a:t>
              </a:r>
              <a:endParaRPr lang="ru-RU" dirty="0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453E180-CD2D-47A8-944B-E271F32E69EC}"/>
                </a:ext>
              </a:extLst>
            </p:cNvPr>
            <p:cNvSpPr/>
            <p:nvPr/>
          </p:nvSpPr>
          <p:spPr>
            <a:xfrm>
              <a:off x="1180407" y="1269076"/>
              <a:ext cx="2086495" cy="121642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  <a:p>
              <a:pPr algn="ctr"/>
              <a:r>
                <a:rPr lang="en-US" dirty="0"/>
                <a:t>-</a:t>
              </a:r>
              <a:r>
                <a:rPr lang="en-US" dirty="0" err="1"/>
                <a:t>db</a:t>
              </a:r>
              <a:r>
                <a:rPr lang="en-US" dirty="0"/>
                <a:t>: </a:t>
              </a:r>
              <a:r>
                <a:rPr lang="en-US" dirty="0" err="1"/>
                <a:t>QSqlDatabase</a:t>
              </a:r>
              <a:r>
                <a:rPr lang="en-US" dirty="0"/>
                <a:t> </a:t>
              </a:r>
            </a:p>
            <a:p>
              <a:pPr algn="ctr"/>
              <a:r>
                <a:rPr lang="en-US" dirty="0"/>
                <a:t>-query: </a:t>
              </a:r>
              <a:r>
                <a:rPr lang="en-US" dirty="0" err="1"/>
                <a:t>QSqlQuery</a:t>
              </a:r>
              <a:r>
                <a:rPr lang="en-US" dirty="0"/>
                <a:t> </a:t>
              </a:r>
            </a:p>
            <a:p>
              <a:pPr algn="ctr"/>
              <a:r>
                <a:rPr lang="en-US" dirty="0"/>
                <a:t>+El1: </a:t>
              </a:r>
              <a:r>
                <a:rPr lang="en-US" dirty="0" err="1"/>
                <a:t>QString</a:t>
              </a:r>
              <a:endParaRPr lang="en-US" dirty="0"/>
            </a:p>
            <a:p>
              <a:pPr algn="ctr"/>
              <a:r>
                <a:rPr lang="en-US" dirty="0"/>
                <a:t>+El2: </a:t>
              </a:r>
              <a:r>
                <a:rPr lang="en-US" dirty="0" err="1"/>
                <a:t>QString</a:t>
              </a:r>
              <a:endParaRPr lang="en-US" dirty="0"/>
            </a:p>
            <a:p>
              <a:pPr algn="ctr"/>
              <a:r>
                <a:rPr lang="en-US" dirty="0"/>
                <a:t>+kat: </a:t>
              </a:r>
              <a:r>
                <a:rPr lang="en-US" dirty="0" err="1"/>
                <a:t>QString</a:t>
              </a:r>
              <a:endParaRPr lang="en-US" dirty="0"/>
            </a:p>
            <a:p>
              <a:pPr algn="ctr"/>
              <a:endParaRPr lang="ru-RU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AB127EC9-1173-43A6-A0B7-08229426CF9A}"/>
                </a:ext>
              </a:extLst>
            </p:cNvPr>
            <p:cNvSpPr/>
            <p:nvPr/>
          </p:nvSpPr>
          <p:spPr>
            <a:xfrm>
              <a:off x="1180407" y="2485505"/>
              <a:ext cx="2086495" cy="128016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+</a:t>
              </a:r>
              <a:r>
                <a:rPr lang="en-US" dirty="0" err="1"/>
                <a:t>Provesti</a:t>
              </a:r>
              <a:r>
                <a:rPr lang="en-US" dirty="0"/>
                <a:t>(string El1, string El2,  string kat): </a:t>
              </a:r>
              <a:r>
                <a:rPr lang="en-US" dirty="0" err="1"/>
                <a:t>Qstring</a:t>
              </a:r>
              <a:endParaRPr lang="en-US" dirty="0"/>
            </a:p>
            <a:p>
              <a:pPr algn="ctr"/>
              <a:r>
                <a:rPr lang="en-US" dirty="0"/>
                <a:t>+</a:t>
              </a:r>
              <a:r>
                <a:rPr lang="en-US" dirty="0" err="1"/>
                <a:t>Analyzator</a:t>
              </a:r>
              <a:r>
                <a:rPr lang="en-US" dirty="0"/>
                <a:t>(): </a:t>
              </a:r>
              <a:r>
                <a:rPr lang="en-US" dirty="0" err="1"/>
                <a:t>Qstring</a:t>
              </a:r>
              <a:endParaRPr lang="en-US" dirty="0"/>
            </a:p>
          </p:txBody>
        </p:sp>
      </p:grpSp>
      <p:graphicFrame>
        <p:nvGraphicFramePr>
          <p:cNvPr id="12" name="Таблица 18">
            <a:extLst>
              <a:ext uri="{FF2B5EF4-FFF2-40B4-BE49-F238E27FC236}">
                <a16:creationId xmlns:a16="http://schemas.microsoft.com/office/drawing/2014/main" id="{D3039507-EBCC-402B-97B1-39AD680A5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344500"/>
              </p:ext>
            </p:extLst>
          </p:nvPr>
        </p:nvGraphicFramePr>
        <p:xfrm>
          <a:off x="7100713" y="2812608"/>
          <a:ext cx="406025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050">
                  <a:extLst>
                    <a:ext uri="{9D8B030D-6E8A-4147-A177-3AD203B41FA5}">
                      <a16:colId xmlns:a16="http://schemas.microsoft.com/office/drawing/2014/main" val="1849194169"/>
                    </a:ext>
                  </a:extLst>
                </a:gridCol>
                <a:gridCol w="812050">
                  <a:extLst>
                    <a:ext uri="{9D8B030D-6E8A-4147-A177-3AD203B41FA5}">
                      <a16:colId xmlns:a16="http://schemas.microsoft.com/office/drawing/2014/main" val="1883534770"/>
                    </a:ext>
                  </a:extLst>
                </a:gridCol>
                <a:gridCol w="812050">
                  <a:extLst>
                    <a:ext uri="{9D8B030D-6E8A-4147-A177-3AD203B41FA5}">
                      <a16:colId xmlns:a16="http://schemas.microsoft.com/office/drawing/2014/main" val="1182267041"/>
                    </a:ext>
                  </a:extLst>
                </a:gridCol>
                <a:gridCol w="812050">
                  <a:extLst>
                    <a:ext uri="{9D8B030D-6E8A-4147-A177-3AD203B41FA5}">
                      <a16:colId xmlns:a16="http://schemas.microsoft.com/office/drawing/2014/main" val="986001930"/>
                    </a:ext>
                  </a:extLst>
                </a:gridCol>
                <a:gridCol w="812050">
                  <a:extLst>
                    <a:ext uri="{9D8B030D-6E8A-4147-A177-3AD203B41FA5}">
                      <a16:colId xmlns:a16="http://schemas.microsoft.com/office/drawing/2014/main" val="215242795"/>
                    </a:ext>
                  </a:extLst>
                </a:gridCol>
              </a:tblGrid>
              <a:tr h="235470">
                <a:tc>
                  <a:txBody>
                    <a:bodyPr/>
                    <a:lstStyle/>
                    <a:p>
                      <a:r>
                        <a:rPr lang="en-US" dirty="0"/>
                        <a:t>el1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801746"/>
                  </a:ext>
                </a:extLst>
              </a:tr>
              <a:tr h="2354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787625"/>
                  </a:ext>
                </a:extLst>
              </a:tr>
              <a:tr h="23547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877362"/>
                  </a:ext>
                </a:extLst>
              </a:tr>
              <a:tr h="23547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699475"/>
                  </a:ext>
                </a:extLst>
              </a:tr>
              <a:tr h="23547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343953"/>
                  </a:ext>
                </a:extLst>
              </a:tr>
              <a:tr h="23547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31464"/>
                  </a:ext>
                </a:extLst>
              </a:tr>
              <a:tr h="23547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211765"/>
                  </a:ext>
                </a:extLst>
              </a:tr>
              <a:tr h="23547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52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0252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C0AC55-284F-48BD-9F14-A7B4AE5EE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Изначальный интерфейс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1B6947-CDA6-4472-8926-BC2364F14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2095500"/>
            <a:ext cx="5648325" cy="29633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49EA4A0-6172-4243-A171-2AB402261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095500"/>
            <a:ext cx="5519374" cy="296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913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EB6A99-7F55-ED45-5962-41E42EDB7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49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Осуществление плана</a:t>
            </a:r>
            <a:br>
              <a:rPr lang="ru-RU" dirty="0"/>
            </a:br>
            <a:r>
              <a:rPr lang="ru-RU" dirty="0"/>
              <a:t> 	</a:t>
            </a:r>
            <a:r>
              <a:rPr lang="ru-RU" sz="2400" dirty="0"/>
              <a:t>Скриншоты кода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2BF777-1EC6-4D83-B30A-98B265480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80" y="1542540"/>
            <a:ext cx="4704489" cy="443864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015FA57-82F8-4A74-88FF-991509322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682" y="1542541"/>
            <a:ext cx="3580743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732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3556C06-ACAD-4976-B415-073FB9C10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18" y="263054"/>
            <a:ext cx="3766782" cy="342603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7CBB0C4-7978-4226-90F2-39C5A75A5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224" y="263055"/>
            <a:ext cx="3675525" cy="342545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66ABA15-CEE4-43AE-983A-4B1FA3D52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18" y="3924300"/>
            <a:ext cx="10879068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0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256565E-0CD9-42EF-A695-560F0190D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00" y="1821348"/>
            <a:ext cx="4380269" cy="321530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4D4FF43-E725-4BD3-B416-14DE290E9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214" y="1246121"/>
            <a:ext cx="4858236" cy="436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53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3DB07A5-F228-47A9-B68A-CAC335650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7" y="738490"/>
            <a:ext cx="4500558" cy="538101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2534A0-E594-400A-81F4-FBDFCDFFC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246" y="738490"/>
            <a:ext cx="4747587" cy="538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15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83E1B-7FB7-93D8-6350-5D33510B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моменты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047295-A6EC-D4D6-34C7-43482A191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Программа запрашивает 2 химических элемента и выводит результат и признаки реакции этих элементов в соответствующие поля. Есть функция переключения на таблицу Менделеева и обратно.</a:t>
            </a:r>
          </a:p>
        </p:txBody>
      </p:sp>
    </p:spTree>
    <p:extLst>
      <p:ext uri="{BB962C8B-B14F-4D97-AF65-F5344CB8AC3E}">
        <p14:creationId xmlns:p14="http://schemas.microsoft.com/office/powerpoint/2010/main" val="259974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680D98-DCA3-B7A5-046F-7172807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полученных результатов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6AF315-70B2-4941-90CE-322FD6648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51338"/>
          </a:xfrm>
        </p:spPr>
        <p:txBody>
          <a:bodyPr/>
          <a:lstStyle/>
          <a:p>
            <a:r>
              <a:rPr lang="ru-RU" dirty="0"/>
              <a:t>Скриншоты программы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9D0847CA-80AD-459D-95E0-9BC121C48058}"/>
              </a:ext>
            </a:extLst>
          </p:cNvPr>
          <p:cNvSpPr txBox="1">
            <a:spLocks/>
          </p:cNvSpPr>
          <p:nvPr/>
        </p:nvSpPr>
        <p:spPr>
          <a:xfrm>
            <a:off x="838200" y="24842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FBEB58E-C92B-4BCE-A2B6-8F0843964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91370"/>
            <a:ext cx="4667250" cy="369879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44BA43C-FF58-4FEE-8365-FACA5321E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529" y="2484200"/>
            <a:ext cx="4993245" cy="370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27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CD8388-1336-D80F-11D7-5A9B95473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93747E-394E-F33A-6904-7DD89F346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Главной недоработкой программы является неполнота таблицы реакций</a:t>
            </a:r>
            <a:r>
              <a:rPr lang="en-US" dirty="0"/>
              <a:t>:</a:t>
            </a:r>
            <a:r>
              <a:rPr lang="ru-RU" dirty="0"/>
              <a:t> расписаны реакции не всех элементов.</a:t>
            </a:r>
          </a:p>
          <a:p>
            <a:r>
              <a:rPr lang="ru-RU" dirty="0"/>
              <a:t>В планы на дальнейшую разработку входит расширение функционала программы – добавление уравнения реакций</a:t>
            </a:r>
            <a:r>
              <a:rPr lang="en-US" dirty="0"/>
              <a:t>;</a:t>
            </a:r>
            <a:r>
              <a:rPr lang="ru-RU" dirty="0"/>
              <a:t> возможность вписывать не только элементы, но и целые вещества. </a:t>
            </a:r>
          </a:p>
        </p:txBody>
      </p:sp>
    </p:spTree>
    <p:extLst>
      <p:ext uri="{BB962C8B-B14F-4D97-AF65-F5344CB8AC3E}">
        <p14:creationId xmlns:p14="http://schemas.microsoft.com/office/powerpoint/2010/main" val="1416461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245</Words>
  <Application>Microsoft Office PowerPoint</Application>
  <PresentationFormat>Широкоэкранный</PresentationFormat>
  <Paragraphs>45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Химический калькулятор</vt:lpstr>
      <vt:lpstr>Цель проекта</vt:lpstr>
      <vt:lpstr>План разработки</vt:lpstr>
      <vt:lpstr>Классы и таблица</vt:lpstr>
      <vt:lpstr>Изначальный интерфейс</vt:lpstr>
      <vt:lpstr>Осуществление плана   Скриншоты кода</vt:lpstr>
      <vt:lpstr>Презентация PowerPoint</vt:lpstr>
      <vt:lpstr>Презентация PowerPoint</vt:lpstr>
      <vt:lpstr>Презентация PowerPoint</vt:lpstr>
      <vt:lpstr>Ключевые моменты</vt:lpstr>
      <vt:lpstr>Анализ полученных результатов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Химический калькулятор</dc:title>
  <dc:creator>JsLayy</dc:creator>
  <cp:lastModifiedBy>User</cp:lastModifiedBy>
  <cp:revision>6</cp:revision>
  <dcterms:created xsi:type="dcterms:W3CDTF">2026-05-01T15:05:03Z</dcterms:created>
  <dcterms:modified xsi:type="dcterms:W3CDTF">2026-05-02T15:44:01Z</dcterms:modified>
</cp:coreProperties>
</file>